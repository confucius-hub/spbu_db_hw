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Автоматическое детектирование нефтяных разливов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в акваториях арктических портов по данным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Наталья Алексеевна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394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&gt; 700 тыс. т/год</a:t>
            </a:r>
            <a:r>
              <a:rPr sz="1500" b="0">
                <a:solidFill>
                  <a:srgbClr val="1F2937"/>
                </a:solidFill>
                <a:latin typeface="Arial"/>
              </a:rPr>
              <a:t> углеводородов попадает в Мировой океан; доля Арктики растёт из-за СМП и шельфа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 5–10 раз медленнее</a:t>
            </a:r>
            <a:r>
              <a:rPr sz="1500" b="0">
                <a:solidFill>
                  <a:srgbClr val="1F2937"/>
                </a:solidFill>
                <a:latin typeface="Arial"/>
              </a:rPr>
              <a:t> разлагается нефть в холодных водах → долговременное загрязнение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&gt; 80 % времени</a:t>
            </a:r>
            <a:r>
              <a:rPr sz="1500" b="0">
                <a:solidFill>
                  <a:srgbClr val="1F2937"/>
                </a:solidFill>
                <a:latin typeface="Arial"/>
              </a:rPr>
              <a:t> — облачность и полярная ночь: оптические спутники бесполезны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Sentinel-1 (SAR)</a:t>
            </a:r>
            <a:r>
              <a:rPr sz="1500" b="0">
                <a:solidFill>
                  <a:srgbClr val="1F2937"/>
                </a:solidFill>
                <a:latin typeface="Arial"/>
              </a:rPr>
              <a:t> — всепогодный круглосуточный мониторинг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5394960" cy="128016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892040"/>
            <a:ext cx="82296" cy="128016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пятна, неотличимые от нефти. У классических методов — до 70 % ложных срабатываний.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50876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280"/>
                </a:solidFill>
                <a:latin typeface="Arial"/>
              </a:rPr>
              <a:t>Кольский залив (Sentinel-1, VV): тёмное пятно нефти и результат сегментации</a:t>
            </a:r>
          </a:p>
        </p:txBody>
      </p:sp>
      <p:pic>
        <p:nvPicPr>
          <p:cNvPr id="12" name="Picture 11" descr="fig_kola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870513"/>
            <a:ext cx="5577840" cy="24885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Научная новизна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82296" cy="4206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563EB"/>
                </a:solidFill>
                <a:latin typeface="Arial"/>
              </a:rPr>
              <a:t>Трёхклассовая схема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вода / нефть / лёд + суша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Вместо бинарной «нефть — фон» из всех известных работ. Начальные формы льда вынесены в отдельный класс — прямая борьба с главным источником ложных тревог в Арктике.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00200"/>
            <a:ext cx="82296" cy="42062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7A"/>
                </a:solidFill>
                <a:latin typeface="Arial"/>
              </a:rPr>
              <a:t>Арктический датасет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методика разметки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Полигональная разметка Кольского залива в QGIS с привлечением метеоданных реанализа ERA5 и навигационных данных 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82296" cy="420624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52"/>
                </a:solidFill>
                <a:latin typeface="Arial"/>
              </a:rPr>
              <a:t>Адаптация архитектуры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DeepLabV3+ / scSE / Dice-BCE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ResNet-50 с блоками внимания scSE адаптирован к одноканальным SAR-данным; дисбаланс классов устранён взвешенной функцией потерь.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во всех аналогах — бинарная схема и нет отдельного класса для льда; именно это даёт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Архитектура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Трёхэтапный модульный конвейер обработки SAR-сцены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96" y="2057400"/>
            <a:ext cx="8349448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65 сек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обработка одной сцены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Python · 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стек реализации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NVIDIA RTX 3090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вычисления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Открытый код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GitHub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1 %.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18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18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Типы ложных целей по акваториям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18</a:t>
            </a:r>
          </a:p>
        </p:txBody>
      </p:sp>
      <p:pic>
        <p:nvPicPr>
          <p:cNvPr id="7" name="Picture 6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37360"/>
            <a:ext cx="548640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Варандей: разметка look-alike и детекция тёмных зон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82296" cy="12344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019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7D7A"/>
                </a:solidFill>
                <a:latin typeface="Arial"/>
              </a:rPr>
              <a:t>Печенга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безлёдный тип: ветровые тени и биогенные плёнки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54680"/>
            <a:ext cx="82296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1927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Варандей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сезонный первогодний дрейфующий лёд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82296" cy="123444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3659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Сабетта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жировой и ниласовый лёд, припай — самая сложная акватория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прототип-конвейер, код в открытом доступе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14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16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логарифмическая шкала [−35; 0] дБ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Метрики оценки качества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93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Precision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верных среди предсказанных пикселей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79192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25496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Recall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найденных среди всех истинных пикселей «нефть»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75304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75304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216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F1-score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гармоническое среднее Precision и Recall — основная метрика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71416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471416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1772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IoU / mIoU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отношение пересечения к объединению масок; mIoU — среднее по классам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67528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367528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13832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Accuracy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верно классифицированных пикселей всех классов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Разбор матрицы ошибок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18 / 18</a:t>
            </a:r>
          </a:p>
        </p:txBody>
      </p:sp>
      <p:pic>
        <p:nvPicPr>
          <p:cNvPr id="8" name="Picture 7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75" y="1554480"/>
            <a:ext cx="5201529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Основная ошибка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8,4 % пикселей нефти отнесены к «лёд + суша»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Причина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физически схожие тёмные сигнатуры обратного рассеяния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«вода»</a:t>
            </a:r>
            <a:r>
              <a:rPr sz="1500" b="0">
                <a:solidFill>
                  <a:srgbClr val="1F2937"/>
                </a:solidFill>
                <a:latin typeface="Arial"/>
              </a:rPr>
              <a:t> распознаётся с точностью 96,2 %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«лёд + суша»</a:t>
            </a:r>
            <a:r>
              <a:rPr sz="1500" b="0">
                <a:solidFill>
                  <a:srgbClr val="1F2937"/>
                </a:solidFill>
                <a:latin typeface="Arial"/>
              </a:rPr>
              <a:t> — 96,0 %; смешение с нефтью лишь 2,7 %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Вывод</a:t>
            </a:r>
            <a:r>
              <a:rPr sz="1500" b="0">
                <a:solidFill>
                  <a:srgbClr val="1F2937"/>
                </a:solidFill>
                <a:latin typeface="Arial"/>
              </a:rPr>
              <a:t> — модель устойчиво разделяет три класса; остаточная путаница ожидаема физически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