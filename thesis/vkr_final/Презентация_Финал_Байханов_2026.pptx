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Автоматическое детектирование нефтяных разливов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в акваториях арктических портов по данным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Наталья Алексеевна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11.08.2024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1 %.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pic>
        <p:nvPicPr>
          <p:cNvPr id="7" name="Picture 6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48640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19963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Варандей: разметка look-alike и детекция тёмных зон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логарифмическая шкала [−35; 0] дБ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pic>
        <p:nvPicPr>
          <p:cNvPr id="8" name="Picture 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