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залив: разлив мазута 11.09.2024 (открытая вода) — исходный снимок Sentinel-1 и результат модели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966" y="4407408"/>
            <a:ext cx="4985308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открытый набор (переразмечен)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Деление 70 / 20 / 10 на уровне снимков.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