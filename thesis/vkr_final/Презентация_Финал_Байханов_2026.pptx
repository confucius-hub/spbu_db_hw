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Ответы на замечания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82296" cy="210312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Замечание 1: влияние VH-канала не рассмотрено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973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Датасет MKLab Krestenitis (1112 сцен — основа обучения) предоставляется только в канале VV; включение VH ограничено доступностью исходных данных. Блоки scSE-внимания частично компенсируют ограничение через контекстную пространственную фокусировку. Кросс-поляризационная ветвь запланирована как направление дальнейших исследований.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82296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Замечание 2: расширение тестовой выборки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Деградация F1: 0,89 (Кольский) → 0,84 (Варандей) → 0,76 (Сабетта) зафиксирована и подробно проанализирована в §4.4 ВКР. Сабетта — наиболее сложная акватория (жировой и ниласовый лёд + припай). Ближайший шаг: целевое дообучение на 10–15 дополнительных сценах Сабетты.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