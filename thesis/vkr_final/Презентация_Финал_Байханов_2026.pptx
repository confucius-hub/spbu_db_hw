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залив: разлив мазута 11.09.2024 (открытая вода) — исходный снимок Sentinel-1 и результат модели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966" y="4407408"/>
            <a:ext cx="4985308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6382512"/>
            <a:ext cx="10424160" cy="38404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6382512"/>
            <a:ext cx="82296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6400800"/>
            <a:ext cx="10058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Модель: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DeepLabV3+ (ResNet-50) + scSE-внимание     ·     </a:t>
            </a:r>
            <a:r>
              <a:rPr sz="1100" b="1" i="0">
                <a:solidFill>
                  <a:srgbClr val="2563EB"/>
                </a:solidFill>
                <a:latin typeface="Arial"/>
              </a:rPr>
              <a:t>Обучение: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AdamW, 100 эпох     ·     </a:t>
            </a:r>
            <a:r>
              <a:rPr sz="1100" b="1" i="0">
                <a:solidFill>
                  <a:srgbClr val="2563EB"/>
                </a:solidFill>
                <a:latin typeface="Arial"/>
              </a:rPr>
              <a:t>Предобработка: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6 шагов ESA SNAP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