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Код на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по запросу к автору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11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11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ХАРАКТЕРНЫЕ ЛОЖНЫЕ ЦЕЛИ ПО ТИПУ ЛЕДОВОЙ ОБСТАНОВКИ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Ложные цели в арктических акваториях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11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08"/>
            <a:ext cx="3611880" cy="288950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577840"/>
            <a:ext cx="3611880" cy="8229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577840"/>
            <a:ext cx="82296" cy="8229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32704"/>
            <a:ext cx="3429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E7D7A"/>
                </a:solidFill>
                <a:latin typeface="Arial"/>
              </a:rPr>
              <a:t>Порт Печенга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F2937"/>
                </a:solidFill>
                <a:latin typeface="Arial"/>
              </a:rPr>
              <a:t>ветровые тени и
биогенные плёнки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007108"/>
            <a:ext cx="3611880" cy="288950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5577840"/>
            <a:ext cx="3611880" cy="8229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5577840"/>
            <a:ext cx="82296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5632704"/>
            <a:ext cx="3429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F2937"/>
                </a:solidFill>
                <a:latin typeface="Arial"/>
              </a:rPr>
              <a:t>первогодний
дрейфующий лёд</a:t>
            </a:r>
          </a:p>
        </p:txBody>
      </p:sp>
      <p:pic>
        <p:nvPicPr>
          <p:cNvPr id="16" name="Picture 15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007108"/>
            <a:ext cx="3611880" cy="288950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01000" y="5577840"/>
            <a:ext cx="3611880" cy="8229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5577840"/>
            <a:ext cx="82296" cy="82296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5632704"/>
            <a:ext cx="3429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B5331F"/>
                </a:solidFill>
                <a:latin typeface="Arial"/>
              </a:rPr>
              <a:t>Порт Сабетта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F2937"/>
                </a:solidFill>
                <a:latin typeface="Arial"/>
              </a:rPr>
              <a:t>жировой лёд,
ниласовый лёд, припай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Ответы на замечания рецензента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82296" cy="210312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Замечание 1: влияние VH-канала не рассмотрено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973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Датасет MKLab Krestenitis (1112 сцен — основа обучения) предоставляется только в канале VV; включение VH ограничено доступностью исходных данных. Блоки scSE-внимания частично компенсируют ограничение через контекстную пространственную фокусировку. Кросс-поляризационная ветвь запланирована как направление дальнейших исследований.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82296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Замечание 2: расширение тестовой выборки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Деградация F1: 0,89 (Кольский) → 0,84 (Варандей) → 0,76 (Сабетта) зафиксирована и подробно проанализирована в §4.4 ВКР. Сабетта — наиболее сложная акватория (жировой и ниласовый лёд + припай). Ближайший шаг: целевое дообучение на 10–15 дополнительных сценах Сабетты.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